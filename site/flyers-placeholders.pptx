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43" r:id="rId2"/>
    <p:sldId id="444" r:id="rId3"/>
  </p:sldIdLst>
  <p:sldSz cx="6858000" cy="9144000" type="letter"/>
  <p:notesSz cx="6854825" cy="9240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53" autoAdjust="0"/>
    <p:restoredTop sz="96558" autoAdjust="0"/>
  </p:normalViewPr>
  <p:slideViewPr>
    <p:cSldViewPr snapToGrid="0">
      <p:cViewPr varScale="1">
        <p:scale>
          <a:sx n="96" d="100"/>
          <a:sy n="96" d="100"/>
        </p:scale>
        <p:origin x="156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4726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02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F9727-E9C1-DD38-B1E4-68C8ED4EB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2010E-21C6-12DF-CFA2-D25AA30FBAF9}"/>
              </a:ext>
            </a:extLst>
          </p:cNvPr>
          <p:cNvCxnSpPr>
            <a:cxnSpLocks/>
          </p:cNvCxnSpPr>
          <p:nvPr/>
        </p:nvCxnSpPr>
        <p:spPr>
          <a:xfrm>
            <a:off x="0" y="4572000"/>
            <a:ext cx="685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8BC2C9-0714-6D46-7FAC-E20BD597AAA7}"/>
              </a:ext>
            </a:extLst>
          </p:cNvPr>
          <p:cNvCxnSpPr>
            <a:cxnSpLocks/>
          </p:cNvCxnSpPr>
          <p:nvPr/>
        </p:nvCxnSpPr>
        <p:spPr>
          <a:xfrm rot="16200000">
            <a:off x="-1143000" y="4572000"/>
            <a:ext cx="9144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C3DA320-A9E1-45C1-1F08-FBD4D3D6D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00400" cy="4392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61A96F-97B0-D77D-5CB7-2A18C46D7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0"/>
            <a:ext cx="3200400" cy="43927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B5DF9C-245C-97B3-6485-5BF4C8D1D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1245"/>
            <a:ext cx="3200400" cy="43927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966C71-7109-C1A2-905F-32F49E531C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4751245"/>
            <a:ext cx="3200400" cy="43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18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8E1F0-AF4F-4817-8A46-7B3E093F0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F5B685-BCE5-D03D-C95E-4C608F34924C}"/>
              </a:ext>
            </a:extLst>
          </p:cNvPr>
          <p:cNvCxnSpPr>
            <a:cxnSpLocks/>
          </p:cNvCxnSpPr>
          <p:nvPr/>
        </p:nvCxnSpPr>
        <p:spPr>
          <a:xfrm>
            <a:off x="0" y="4572000"/>
            <a:ext cx="685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36F4FA-699E-6E84-DEEA-5FCD8FE6299C}"/>
              </a:ext>
            </a:extLst>
          </p:cNvPr>
          <p:cNvCxnSpPr>
            <a:cxnSpLocks/>
          </p:cNvCxnSpPr>
          <p:nvPr/>
        </p:nvCxnSpPr>
        <p:spPr>
          <a:xfrm rot="16200000">
            <a:off x="-1143000" y="4572000"/>
            <a:ext cx="9144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AC608C8-4FEC-BAF5-C9CD-07AD275F4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43927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99E1AD-8047-A4B6-1C58-88D0133DA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0"/>
            <a:ext cx="3200400" cy="43927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9E9A43-8CF0-8F1B-341E-36EB81F8C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51245"/>
            <a:ext cx="3200400" cy="43927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39CF6EC-5D91-A9F8-1FD1-6C85F5276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751245"/>
            <a:ext cx="3200400" cy="43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4611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6991</TotalTime>
  <Words>0</Words>
  <Application>Microsoft Office PowerPoint</Application>
  <PresentationFormat>Letter Paper (8.5x11 in)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Blank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Asana Valon</dc:creator>
</cp:coreProperties>
</file>